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25" d="100"/>
          <a:sy n="25" d="100"/>
        </p:scale>
        <p:origin x="1700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7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8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3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3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9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6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59BB6-6EE1-4A8F-8E67-E335F77BD293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FB0EA-ADCE-4C68-AFB4-1BA851860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03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1469B1-5F52-497E-C0D5-8426130EEA1A}"/>
              </a:ext>
            </a:extLst>
          </p:cNvPr>
          <p:cNvSpPr/>
          <p:nvPr/>
        </p:nvSpPr>
        <p:spPr>
          <a:xfrm>
            <a:off x="-8906" y="0"/>
            <a:ext cx="32918400" cy="1831232"/>
          </a:xfrm>
          <a:prstGeom prst="rect">
            <a:avLst/>
          </a:prstGeom>
        </p:spPr>
        <p:txBody>
          <a:bodyPr wrap="square" lIns="137117" tIns="68561" rIns="137117" bIns="68561">
            <a:spAutoFit/>
          </a:bodyPr>
          <a:lstStyle/>
          <a:p>
            <a:pPr algn="ctr"/>
            <a:r>
              <a:rPr lang="en-US" sz="5400" b="1" dirty="0">
                <a:latin typeface="Calibri" pitchFamily="34" charset="0"/>
                <a:cs typeface="Calibri" pitchFamily="34" charset="0"/>
              </a:rPr>
              <a:t>Project Title</a:t>
            </a:r>
            <a:endParaRPr lang="en-US" sz="5400" b="1" i="1" dirty="0">
              <a:latin typeface="Calibri" pitchFamily="34" charset="0"/>
              <a:cs typeface="Calibri" pitchFamily="34" charset="0"/>
            </a:endParaRPr>
          </a:p>
          <a:p>
            <a:pPr algn="ctr" defTabSz="1371128"/>
            <a:endParaRPr lang="en-US" sz="5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F6B3B-A2A1-0439-4692-1CE9AD3CBF00}"/>
              </a:ext>
            </a:extLst>
          </p:cNvPr>
          <p:cNvSpPr/>
          <p:nvPr/>
        </p:nvSpPr>
        <p:spPr>
          <a:xfrm>
            <a:off x="2184496" y="1160759"/>
            <a:ext cx="285315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Arial" pitchFamily="34" charset="0"/>
                <a:cs typeface="Arial" pitchFamily="34" charset="0"/>
              </a:rPr>
              <a:t>Authors,</a:t>
            </a:r>
            <a:r>
              <a:rPr lang="en-US" sz="3600" baseline="30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en-US" sz="3600" dirty="0">
                <a:latin typeface="Arial" pitchFamily="34" charset="0"/>
                <a:cs typeface="Arial" pitchFamily="34" charset="0"/>
              </a:rPr>
              <a:t>Affiliations</a:t>
            </a:r>
          </a:p>
        </p:txBody>
      </p:sp>
    </p:spTree>
    <p:extLst>
      <p:ext uri="{BB962C8B-B14F-4D97-AF65-F5344CB8AC3E}">
        <p14:creationId xmlns:p14="http://schemas.microsoft.com/office/powerpoint/2010/main" val="151402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5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Jimin Kim</dc:creator>
  <cp:lastModifiedBy>Jimin Kim</cp:lastModifiedBy>
  <cp:revision>6</cp:revision>
  <dcterms:created xsi:type="dcterms:W3CDTF">2022-06-01T03:43:49Z</dcterms:created>
  <dcterms:modified xsi:type="dcterms:W3CDTF">2022-06-01T03:50:38Z</dcterms:modified>
</cp:coreProperties>
</file>